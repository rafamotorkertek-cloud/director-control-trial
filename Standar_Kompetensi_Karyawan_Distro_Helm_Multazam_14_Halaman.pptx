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INTEGRITAS &amp; KEJUJURAN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Integritas dan kejujuran adalah dasar dari kepercayaan, baik dari perusahaan, rekan kerja, maupun pelanggan.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Jujur dalam bekerja dan melaporkan kondisi sebenarnya.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Tidak menyalahgunakan kepercayaan perusahaan.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Bertanggung jawab atas kesalahan dan tidak mencari kambing hitam.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Jujur Hari Ini, Terpercaya Selamanya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DISIPLIN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Disiplin adalah kunci tercapainya target dan keberhasilan bersama. Karyawan yang disiplin konsisten menjalankan aturan dan standar kerja.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Datang dan pulang sesuai ketentuan.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Mematuhi SOP dan peraturan perusahaan.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Menyelesaikan tugas tepat waktu.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Konsisten menjaga standar kerja.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Disiplin Hari Ini, Sukses di Masa Depan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TANGGUNG JAWAB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Tanggung jawab adalah kesediaan untuk menerima dan menyelesaikan tugas dengan sungguh-sungguh serta berani mempertanggungjawabkan hasil pekerjaan.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Memahami tugas dan target yang diberikan.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Menyelesaikan pekerjaan sampai tuntas.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Berani bertanggung jawab atas hasil pekerjaan.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Tanggung Jawab Membentuk Profesionalisme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ATTITUDE YANG BAIK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Sikap yang baik mencerminkan karakter karyawan dan menciptakan lingkungan kerja yang nyaman, sehat, dan produktif.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Sopan, ramah, dan menghargai orang lain.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Tidak mudah menyalahkan atau merendahkan rekan kerja.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Mampu menerima kritik dan saran.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Menjaga sikap profesional dalam kondisi apa pun.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Sikap Baik Menciptakan Harmoni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LOYALITAS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Loyalitas adalah bentuk komitmen untuk menjaga nama baik perusahaan serta memiliki rasa memiliki terhadap pekerjaan dan tujuan bersama.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Menjaga nama baik perusahaan.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Memiliki rasa memiliki terhadap pekerjaan.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Tidak membocorkan informasi perusahaan yang bersifat internal.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Mengutamakan kepentingan pekerjaan dalam batas yang wajar.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Loyalitas Hari Ini, Masa Depan Esok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KOMUNIKASI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Komunikasi yang efektif membantu menyampaikan informasi dengan jelas, membangun kerja sama, dan mencegah kesalahpahaman.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Mampu menyampaikan informasi dengan jelas.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Mau bertanya jika belum memahami tugas.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Cepat memberikan laporan jika terjadi masalah.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Mampu berkomunikasi dengan atasan, rekan kerja, dan pelanggan.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Komunikasi Lancar, Kerja Sama Meningkat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KERJA SAMA TIM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Kerja sama adalah kunci untuk mencapai target bersama. Dengan saling membantu dan menghargai peran masing-masing, tim bekerja lebih efektif.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Mau membantu rekan kerja.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Tidak bekerja hanya untuk kepentingan pribadi.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Menghargai pembagian tugas.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Mampu bekerja sama untuk mencapai target bersama.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Bersama Lebih Kuat, Bersama Lebih Hebat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KEMAUAN BELAJAR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Kemauan belajar adalah sikap terbuka untuk menerima ilmu, arahan, dan perubahan demi meningkatkan kemampuan serta kontribusi.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Mau menerima ilmu dan arahan baru.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Terbuka terhadap perubahan.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Mau meningkatkan kemampuan dan keterampilan.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Tidak merasa sudah paling tahu.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Terus Belajar, Terus Berkembang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INISIATIF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Inisiatif adalah kemampuan untuk bertindak tanpa selalu menunggu perintah serta berusaha menemukan solusi dan memberi nilai tambah.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Tidak selalu menunggu perintah.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Mampu melihat masalah dan mencari solusi.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Peduli terhadap kondisi lingkungan kerja.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Berusaha memberikan nilai tambah bagi perusahaan.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Inisiatif Kecil, Dampak Besar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ORIENTASI PADA PELAYANAN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Orientasi pada pelayanan adalah sikap untuk memberikan pengalaman terbaik kepada pelanggan dengan ramah, cepat, dan responsif.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Ramah dan responsif.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Memahami kebutuhan pelanggan.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Memberikan pelayanan sesuai standar.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Berusaha memberikan Service Above Expectation.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Melayani dengan Hati, Memberi Lebih dari Harapan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PROFESIONALISME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Profesionalisme adalah sikap dan perilaku kerja yang sesuai standar perusahaan, etika, dan fokus pada pekerjaan.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Berpenampilan sesuai standar perusahaan.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Menjaga etika kerja.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Fokus pada pekerjaan saat jam kerja.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Memisahkan masalah pribadi dari pekerjaan.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Profesional Hari Ini, Karier Masa Depan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KEMAMPUAN MENYELESAIKAN MASALAH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Kemampuan menyelesaikan masalah membantu kita tetap tenang, berpikir jernih, dan menemukan solusi yang tepat dalam setiap tantangan.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Tidak panik ketika menghadapi masalah.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Menganalisis penyebab masalah.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Mencari solusi yang tepat.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Segera melaporkan masalah yang tidak dapat diselesaikan sendiri.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Setiap Masalah Punya Solusi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TARGET &amp; PRODUKTIVITAS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Target dan produktivitas adalah bagian penting dari kinerja. Dengan bekerja efektif dan efisien, karyawan dapat menghasilkan hasil sesuai standar kualitas.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Memahami target pekerjaannya.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Bekerja efektif dan efisien.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Mengutamakan pekerjaan yang menjadi prioritas.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Menghasilkan pekerjaan sesuai standar kualitas.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Produktif Hari Ini, Prestasi Esok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8752"/>
            <a:ext cx="7562088" cy="10058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multaz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240280" cy="841248"/>
          </a:xfrm>
          <a:prstGeom prst="rect">
            <a:avLst/>
          </a:prstGeom>
        </p:spPr>
      </p:pic>
      <p:pic>
        <p:nvPicPr>
          <p:cNvPr id="5" name="Picture 4" descr="WhatsApp Image 2026-09-15 at 20.13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19456"/>
            <a:ext cx="2057400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0752" y="256032"/>
            <a:ext cx="22860" cy="71323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6720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STANDAR KOMPETENSI &amp; KARAKTER KARYAWAN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6556248" cy="53035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6281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DISTRO HELM MULTAZAM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713232" cy="658368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87168"/>
            <a:ext cx="7132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" y="2395728"/>
            <a:ext cx="5074920" cy="658368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32888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MENJAGA KEBERSIHAN &amp; KERAPIAN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313432"/>
            <a:ext cx="713232" cy="804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C0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585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C0014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6556248" cy="1874519"/>
          </a:xfrm>
          <a:prstGeom prst="roundRect">
            <a:avLst/>
          </a:prstGeom>
          <a:solidFill>
            <a:srgbClr val="F2F3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1353312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PENJELASAN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77639"/>
            <a:ext cx="5989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212"/>
                </a:solidFill>
                <a:latin typeface="Arial"/>
              </a:rPr>
              <a:t>Kebersihan dan kerapian adalah bagian dari profesionalisme. Lingkungan kerja yang bersih dan rapi membuat kita lebih nyaman, sehat, dan produktif.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847088" cy="393192"/>
          </a:xfrm>
          <a:prstGeom prst="roundRect">
            <a:avLst/>
          </a:prstGeom>
          <a:solidFill>
            <a:srgbClr val="DC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INDIKATOR PERILAKU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98932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Menjaga area kerja tetap bersih dan rapi.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Merawat fasilitas dan peralatan perusahaan.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Mengembalikan barang pada tempatnya.</a:t>
            </a:r>
          </a:p>
          <a:p>
            <a:pPr>
              <a:spcAft>
                <a:spcPts val="1000"/>
              </a:spcAft>
              <a:defRPr sz="1800">
                <a:solidFill>
                  <a:srgbClr val="121212"/>
                </a:solidFill>
                <a:latin typeface="Arial"/>
              </a:defRPr>
            </a:pPr>
            <a:r>
              <a:t>• Memahami bahwa kebersihan adalah bagian dari profesionalisme.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8321040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C0014"/>
                </a:solidFill>
                <a:latin typeface="Arial"/>
              </a:rPr>
              <a:t>Bersih, Rapi, Profesional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893808"/>
            <a:ext cx="7562088" cy="69494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005840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INTEGRITAS   |   PROFESIONAL   |   SATU TUJUAN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00584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